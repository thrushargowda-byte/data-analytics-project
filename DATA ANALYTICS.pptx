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0" r:id="rId5"/>
    <p:sldId id="261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D5C1-569E-47B3-5EDE-32DF3AC81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FD443-9516-848B-3B52-073F1D489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4E2B2-A69F-4F53-DB9A-0CADF4EA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8A58A-44AB-1FC1-F3FA-DF76EF3D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A75F6-64DC-3C54-162A-9F3118AD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0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641E0-63D5-09BC-2ED5-E3A24718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93D8-0C1C-4A90-5945-C41292D3D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0D332-6A85-F82A-F043-926EBAC8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D0370-6C19-8540-1AA6-304AC557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98D66-4728-065D-36BC-4FEE27D2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45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DBD6-CC7C-F09B-9A2A-9DEAAE26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37AD3-ED3B-EE18-326C-ABD48E20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E6A7F-14D1-489E-D775-03ACAAFBF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0ABFF-6AB1-243E-6365-8E0D04A4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C1ED5-8F3B-6DBF-E55B-6642C0F1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55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7333-FEC2-91A5-957B-217C44CB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F4889-5225-9F24-8BE4-5045650FC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F5833-64B9-0DBB-15AE-9DC77B153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0D9B9-2A46-C0D9-E302-F171B913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5183-4119-6606-BFF5-85581B1D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B5411-FAB4-2ECD-9F29-16F1573D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9354-5180-213F-70C4-48B78A0A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8DE6B-A480-1270-D307-4DAAA6B3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BAD9D-FF03-7C9E-C9FC-A3EEABBB9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00DA4-341C-3A65-2E6E-817E55203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358D9-61FB-A83C-FC15-00F986F38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0362A-D9FF-9C59-FCE5-39558F2A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0868B-8543-921E-7281-35D40272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0DDF0-D6D9-A64A-A920-4B60814F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269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B9B6-CCD4-07E7-6C0F-3E903FFA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CA2D1-FAE3-2074-08E1-E08303DA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D2575-08F5-0CB8-5EE4-14FB5469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B8D47-45C2-91FF-9368-0B875A56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65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FA06C-586B-FC7E-838A-FCDE0BB9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60306-EFB1-6A4F-5482-9EE4522C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79EE4-E63E-F79F-E874-545679DC5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794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D376-9636-095D-10DF-8EAF7FD4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ACE6C-A511-A500-A8AB-00ACA153E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FD7ED-DBC2-2C75-7C2C-A86936E98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22173-C02A-E686-0B74-9D0A7387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72B4A-449A-030C-05EA-61DF1E7E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3C981-41D8-B4C0-5CAE-3057DC03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77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FC9A-630D-D557-0389-EE0CCC43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DD85A-E866-921A-286F-37A4BDB8F1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41A45-981F-45AE-C849-80ABD3088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FECAD-6314-FAA3-DE95-FA9F4D5B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FBD9-A346-9FB5-0D87-B7A69FB0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CFA7A-B77A-9962-E78B-BD142579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36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64D4-8F04-B332-0F8F-156D1D39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A3AFE-D914-6FAF-AABC-64A860178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C9A2D-E01E-987D-41A6-6957E19D5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838B1-DF53-23B7-6D0B-BB6380188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09B8-E95D-B730-7377-42EA2F6D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4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8B55D-92C0-4643-F009-0E7EBE62A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3B9A5-CA6D-51F9-C24A-C4BAF1CE7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8735D-0AC5-B5EC-021E-A4A67EE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147CF-E554-3B82-7452-86AD0582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C873-292B-3D17-66B1-6027A8EC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9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6978D-BC5C-7470-CAAD-D41391C0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0E218-6774-D057-7A9F-635303501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CAE7-4181-5413-6F66-3737337B5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0A698-A903-4F8D-A47A-72C1F038CF4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5D3A-3CDB-E8DF-2B50-18AAEB112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5CB3-D7A9-0BF8-F202-F5085EB82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53E55-6257-440E-AD55-C5E2DB6A2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9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9AB5-27B4-C4BE-AB84-626BEC816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834" y="0"/>
            <a:ext cx="6799662" cy="1202658"/>
          </a:xfrm>
          <a:noFill/>
        </p:spPr>
        <p:txBody>
          <a:bodyPr/>
          <a:lstStyle/>
          <a:p>
            <a:r>
              <a:rPr lang="en-IN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Algerian" panose="04020705040A02060702" pitchFamily="82" charset="0"/>
                <a:cs typeface="Times New Roman" panose="02020603050405020304" pitchFamily="18" charset="0"/>
              </a:rPr>
              <a:t>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B3A02-E1AB-52F6-2CBC-5DB97F346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5534" y="7777315"/>
            <a:ext cx="3372465" cy="57027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52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B53D-2D90-1237-6DC1-0415907B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574800" y="-863600"/>
            <a:ext cx="9779000" cy="29464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F6AE-3760-0E34-99FE-54441AB7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lgerian" panose="04020705040A02060702" pitchFamily="82" charset="0"/>
              </a:rPr>
              <a:t>TASK 1</a:t>
            </a:r>
          </a:p>
          <a:p>
            <a:pPr marL="0" indent="0" algn="ctr">
              <a:buNone/>
            </a:pPr>
            <a:r>
              <a:rPr lang="en-IN" sz="4000" dirty="0">
                <a:latin typeface="Algerian" panose="04020705040A02060702" pitchFamily="82" charset="0"/>
              </a:rPr>
              <a:t>DATA IMMERSION &amp; WRANGLING</a:t>
            </a:r>
          </a:p>
          <a:p>
            <a:pPr marL="0" indent="0" algn="ctr">
              <a:buNone/>
            </a:pPr>
            <a:endParaRPr lang="en-IN" sz="4000" dirty="0"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9E18DA-124F-5762-C0D7-1A622B09C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" y="1414113"/>
            <a:ext cx="10480040" cy="519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5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6082">
                <a:lumMod val="5000"/>
                <a:lumOff val="95000"/>
              </a:srgbClr>
            </a:gs>
            <a:gs pos="74000">
              <a:srgbClr val="156082">
                <a:lumMod val="45000"/>
                <a:lumOff val="55000"/>
              </a:srgbClr>
            </a:gs>
            <a:gs pos="83000">
              <a:srgbClr val="156082">
                <a:lumMod val="45000"/>
                <a:lumOff val="55000"/>
              </a:srgbClr>
            </a:gs>
            <a:gs pos="100000">
              <a:srgbClr val="156082">
                <a:lumMod val="30000"/>
                <a:lumOff val="7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3D44-A8CB-286A-67C3-D4494DF9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-589280"/>
            <a:ext cx="10114280" cy="7112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86FB8B-46C0-0E39-3225-C6E505976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382" y="390564"/>
            <a:ext cx="9793236" cy="607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0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6082">
                <a:lumMod val="5000"/>
                <a:lumOff val="95000"/>
              </a:srgbClr>
            </a:gs>
            <a:gs pos="74000">
              <a:srgbClr val="156082">
                <a:lumMod val="45000"/>
                <a:lumOff val="55000"/>
              </a:srgbClr>
            </a:gs>
            <a:gs pos="83000">
              <a:srgbClr val="156082">
                <a:lumMod val="45000"/>
                <a:lumOff val="55000"/>
              </a:srgbClr>
            </a:gs>
            <a:gs pos="100000">
              <a:srgbClr val="156082">
                <a:lumMod val="30000"/>
                <a:lumOff val="7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AB95-D3F3-C25D-29EA-DC1FF7EB3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00" y="-640080"/>
            <a:ext cx="9931400" cy="12192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21589-6C6A-A3FE-C6AB-A6B0CCB13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" y="270156"/>
            <a:ext cx="11268944" cy="6252564"/>
          </a:xfrm>
          <a:prstGeom prst="rect">
            <a:avLst/>
          </a:pr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2052396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6082">
                <a:lumMod val="5000"/>
                <a:lumOff val="95000"/>
              </a:srgbClr>
            </a:gs>
            <a:gs pos="74000">
              <a:srgbClr val="156082">
                <a:lumMod val="45000"/>
                <a:lumOff val="55000"/>
              </a:srgbClr>
            </a:gs>
            <a:gs pos="83000">
              <a:srgbClr val="156082">
                <a:lumMod val="45000"/>
                <a:lumOff val="55000"/>
              </a:srgbClr>
            </a:gs>
            <a:gs pos="100000">
              <a:srgbClr val="156082">
                <a:lumMod val="30000"/>
                <a:lumOff val="7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3B4D-67D0-F6F5-53FB-A742AC4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-843280"/>
            <a:ext cx="9728200" cy="9144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67D2A5-FBC5-9EC5-DDC4-C6B0FDD5F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59" y="712787"/>
            <a:ext cx="10801682" cy="54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32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6082">
                <a:lumMod val="5000"/>
                <a:lumOff val="95000"/>
              </a:srgbClr>
            </a:gs>
            <a:gs pos="74000">
              <a:srgbClr val="156082">
                <a:lumMod val="45000"/>
                <a:lumOff val="55000"/>
              </a:srgbClr>
            </a:gs>
            <a:gs pos="83000">
              <a:srgbClr val="156082">
                <a:lumMod val="45000"/>
                <a:lumOff val="55000"/>
              </a:srgbClr>
            </a:gs>
            <a:gs pos="100000">
              <a:srgbClr val="156082">
                <a:lumMod val="30000"/>
                <a:lumOff val="7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B221-3C4A-AD6C-8A98-6E07C4DD1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615440" y="-558800"/>
            <a:ext cx="9738360" cy="1524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479E-4CB2-0897-6247-C73AEBA4C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lgerian" panose="04020705040A02060702" pitchFamily="82" charset="0"/>
              </a:rPr>
              <a:t>Task 2</a:t>
            </a:r>
          </a:p>
          <a:p>
            <a:pPr marL="0" indent="0">
              <a:buNone/>
            </a:pPr>
            <a:endParaRPr lang="en-IN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dirty="0">
                <a:latin typeface="Algerian" panose="04020705040A02060702" pitchFamily="82" charset="0"/>
              </a:rPr>
              <a:t>EXPLORATORY DATA ANALYSIS (EDA) &amp; BUSINESS INTELLIGENCE</a:t>
            </a:r>
          </a:p>
          <a:p>
            <a:pPr marL="0" indent="0" algn="ctr">
              <a:buNone/>
            </a:pP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AA951C-D95A-B2F2-110C-6BA185CD8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37" y="1913572"/>
            <a:ext cx="86201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2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56082">
                <a:lumMod val="5000"/>
                <a:lumOff val="95000"/>
              </a:srgbClr>
            </a:gs>
            <a:gs pos="74000">
              <a:srgbClr val="156082">
                <a:lumMod val="45000"/>
                <a:lumOff val="55000"/>
              </a:srgbClr>
            </a:gs>
            <a:gs pos="83000">
              <a:srgbClr val="156082">
                <a:lumMod val="45000"/>
                <a:lumOff val="55000"/>
              </a:srgbClr>
            </a:gs>
            <a:gs pos="100000">
              <a:srgbClr val="156082">
                <a:lumMod val="30000"/>
                <a:lumOff val="7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BC6B-8DF5-2108-1149-D39FFC94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991360" y="-589280"/>
            <a:ext cx="9362440" cy="7112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F87313-E316-3C31-ACAF-0F30B2F05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lgerian" panose="04020705040A02060702" pitchFamily="82" charset="0"/>
              </a:rPr>
              <a:t>TASK 3</a:t>
            </a:r>
          </a:p>
          <a:p>
            <a:pPr marL="0" indent="0" algn="ctr">
              <a:buNone/>
            </a:pPr>
            <a:r>
              <a:rPr lang="en-IN" dirty="0">
                <a:latin typeface="Algerian" panose="04020705040A02060702" pitchFamily="82" charset="0"/>
              </a:rPr>
              <a:t>DEEP-DIVE ANALYSIS &amp; INTERACTIVE DASHBOARDING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58C9F7-6963-DAE0-EB49-25CD765C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" y="1270000"/>
            <a:ext cx="10027920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9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Algerian</vt:lpstr>
      <vt:lpstr>Aptos</vt:lpstr>
      <vt:lpstr>Aptos Display</vt:lpstr>
      <vt:lpstr>Arial</vt:lpstr>
      <vt:lpstr>Office Theme</vt:lpstr>
      <vt:lpstr>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THRUSHA R GOWDA</dc:creator>
  <cp:lastModifiedBy>THRUSHA R GOWDA</cp:lastModifiedBy>
  <cp:revision>1</cp:revision>
  <dcterms:created xsi:type="dcterms:W3CDTF">2026-03-05T08:25:26Z</dcterms:created>
  <dcterms:modified xsi:type="dcterms:W3CDTF">2026-03-05T08:58:30Z</dcterms:modified>
</cp:coreProperties>
</file>